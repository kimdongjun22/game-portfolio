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kimdongjun22 · RUNA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B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-1463040"/>
            <a:ext cx="5486400" cy="5486400"/>
          </a:xfrm>
          <a:prstGeom prst="ellipse">
            <a:avLst/>
          </a:prstGeom>
          <a:solidFill>
            <a:srgbClr val="C2255C">
              <a:alpha val="18000"/>
            </a:srgbClr>
          </a:solidFill>
          <a:ln w="12700">
            <a:solidFill>
              <a:srgbClr val="C2255C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14255" y="2926080"/>
            <a:ext cx="3108960" cy="3108960"/>
          </a:xfrm>
          <a:prstGeom prst="ellipse">
            <a:avLst/>
          </a:prstGeom>
          <a:solidFill>
            <a:srgbClr val="C2255C">
              <a:alpha val="30000"/>
            </a:srgbClr>
          </a:solidFill>
          <a:ln w="12700">
            <a:solidFill>
              <a:srgbClr val="C2255C">
                <a:alpha val="3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25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CLIENT PORTFOLIO  ·  TEAM PROJECT · RELEASED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344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RUNA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402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EB6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Play 출시작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43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소녀가 악몽에서 탈출하는 2D 모바일 추리 방탈출 — 아트·리소스, QA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1837944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429000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2020.3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96312" y="3429000"/>
            <a:ext cx="649224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96312" y="3429000"/>
            <a:ext cx="649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C#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55264" y="3429000"/>
            <a:ext cx="1837944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55264" y="3429000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2D Animation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02936" y="3429000"/>
            <a:ext cx="1362456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02936" y="3429000"/>
            <a:ext cx="1362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Timeline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75120" y="3429000"/>
            <a:ext cx="100584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75120" y="34290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AdMob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90688" y="3429000"/>
            <a:ext cx="1243584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90688" y="3429000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343400"/>
            <a:ext cx="3545738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480560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25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773168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2023.02.12 ~ 03.26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4322978" y="4343400"/>
            <a:ext cx="3545738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51578" y="4480560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25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인원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51578" y="4773168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프로그래머 2인 + 본인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8097317" y="4343400"/>
            <a:ext cx="3545738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25917" y="4480560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25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325917" y="4773168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아트·리소스, QA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8978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6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김동준  ·  dkdl01028@icloud.com  ·  github.com/dreamEscapeMPP/RUNA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소개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760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9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"소녀가 잊어버린 토끼인형이 자신을 기억해 달라며 꿈에 나타나, 추억을 떠올리게 하는 방탈출 게임"입니다. 공포 분위기의 꿈속 방 5개를 탐색하며 아이템을 모으고 퍼즐을 풀어 탈출합니다.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12280" y="1417320"/>
            <a:ext cx="2286000" cy="1600200"/>
          </a:xfrm>
          <a:prstGeom prst="roundRect">
            <a:avLst>
              <a:gd name="adj" fmla="val 6857"/>
            </a:avLst>
          </a:prstGeom>
          <a:solidFill>
            <a:srgbClr val="FFF0F6"/>
          </a:solidFill>
          <a:ln w="12700">
            <a:solidFill>
              <a:srgbClr val="FFF0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40880" y="16916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225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출시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040880" y="2377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Play 정식 출시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354312" y="1417320"/>
            <a:ext cx="2286000" cy="1600200"/>
          </a:xfrm>
          <a:prstGeom prst="roundRect">
            <a:avLst>
              <a:gd name="adj" fmla="val 6857"/>
            </a:avLst>
          </a:prstGeom>
          <a:solidFill>
            <a:srgbClr val="FFF0F6"/>
          </a:solidFill>
          <a:ln w="12700">
            <a:solidFill>
              <a:srgbClr val="FFF0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582912" y="16916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225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9582912" y="2377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방(스테이지) + 엔딩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12280" y="3246120"/>
            <a:ext cx="2286000" cy="1600200"/>
          </a:xfrm>
          <a:prstGeom prst="roundRect">
            <a:avLst>
              <a:gd name="adj" fmla="val 6857"/>
            </a:avLst>
          </a:prstGeom>
          <a:solidFill>
            <a:srgbClr val="FFF0F6"/>
          </a:solidFill>
          <a:ln w="12700">
            <a:solidFill>
              <a:srgbClr val="FFF0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040880" y="35204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225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6주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4206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기간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354312" y="3246120"/>
            <a:ext cx="2286000" cy="1600200"/>
          </a:xfrm>
          <a:prstGeom prst="roundRect">
            <a:avLst>
              <a:gd name="adj" fmla="val 6857"/>
            </a:avLst>
          </a:prstGeom>
          <a:solidFill>
            <a:srgbClr val="FFF0F6"/>
          </a:solidFill>
          <a:ln w="12700">
            <a:solidFill>
              <a:srgbClr val="FFF0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582912" y="35204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225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2역할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9582912" y="4206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아트·리소스 / QA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983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25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LOOP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5349240"/>
            <a:ext cx="1620469" cy="566928"/>
          </a:xfrm>
          <a:prstGeom prst="roundRect">
            <a:avLst>
              <a:gd name="adj" fmla="val 50000"/>
            </a:avLst>
          </a:prstGeom>
          <a:solidFill>
            <a:srgbClr val="C2255C"/>
          </a:solidFill>
          <a:ln w="9525">
            <a:solidFill>
              <a:srgbClr val="C2255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349240"/>
            <a:ext cx="16204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 탐색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169109" y="534924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8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443429" y="5349240"/>
            <a:ext cx="1620469" cy="566928"/>
          </a:xfrm>
          <a:prstGeom prst="roundRect">
            <a:avLst>
              <a:gd name="adj" fmla="val 50000"/>
            </a:avLst>
          </a:prstGeom>
          <a:solidFill>
            <a:srgbClr val="F6F8FA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443429" y="5349240"/>
            <a:ext cx="16204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아이템 획득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063898" y="534924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8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338218" y="5349240"/>
            <a:ext cx="1620469" cy="566928"/>
          </a:xfrm>
          <a:prstGeom prst="roundRect">
            <a:avLst>
              <a:gd name="adj" fmla="val 50000"/>
            </a:avLst>
          </a:prstGeom>
          <a:solidFill>
            <a:srgbClr val="F6F8FA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338218" y="5349240"/>
            <a:ext cx="16204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아이템 배치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958688" y="534924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8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233008" y="5349240"/>
            <a:ext cx="1620469" cy="566928"/>
          </a:xfrm>
          <a:prstGeom prst="roundRect">
            <a:avLst>
              <a:gd name="adj" fmla="val 50000"/>
            </a:avLst>
          </a:prstGeom>
          <a:solidFill>
            <a:srgbClr val="F6F8FA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33008" y="5349240"/>
            <a:ext cx="16204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퍼즐 풀이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853477" y="534924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8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127797" y="5349240"/>
            <a:ext cx="1620469" cy="566928"/>
          </a:xfrm>
          <a:prstGeom prst="roundRect">
            <a:avLst>
              <a:gd name="adj" fmla="val 50000"/>
            </a:avLst>
          </a:prstGeom>
          <a:solidFill>
            <a:srgbClr val="F6F8FA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127797" y="5349240"/>
            <a:ext cx="16204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나레이션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9748266" y="534924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8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0022586" y="5349240"/>
            <a:ext cx="1620469" cy="566928"/>
          </a:xfrm>
          <a:prstGeom prst="roundRect">
            <a:avLst>
              <a:gd name="adj" fmla="val 50000"/>
            </a:avLst>
          </a:prstGeom>
          <a:solidFill>
            <a:srgbClr val="F6F8FA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022586" y="5349240"/>
            <a:ext cx="16204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방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시스템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8534095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시스템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B2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아이템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태그와 이름 규칙(rabbit1 ↔ rabbit1_answer)으로 획득·배치를 판정해 모든 방에서 재사용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나레이션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대화창과 캐릭터 이미지로 스토리 연출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퍼즐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4자리 비밀번호 입력·비교, 알파벳 퍼즐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카메라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 안 시점 이동, 모바일 해상도 대응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수익화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AdMob 배너·전면 광고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역할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FFF0F6"/>
          </a:solidFill>
          <a:ln w="12700">
            <a:solidFill>
              <a:srgbClr val="FFF0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프로젝트에서 코드는 프로그래머 2명이 작성했고, 저는 아트·리소스와 QA로 참여했습니다.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60350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788920"/>
            <a:ext cx="502920" cy="502920"/>
          </a:xfrm>
          <a:prstGeom prst="ellipse">
            <a:avLst/>
          </a:prstGeom>
          <a:solidFill>
            <a:srgbClr val="C2255C"/>
          </a:solidFill>
          <a:ln w="12700">
            <a:solidFill>
              <a:srgbClr val="C225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7889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아트·리소스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338328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공포 방탈출 분위기에 맞는 게임 그래픽·리소스 제작과 정리에 참여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389120"/>
            <a:ext cx="60350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4663440"/>
            <a:ext cx="502920" cy="502920"/>
          </a:xfrm>
          <a:prstGeom prst="ellipse">
            <a:avLst/>
          </a:prstGeom>
          <a:solidFill>
            <a:srgbClr val="C2255C"/>
          </a:solidFill>
          <a:ln w="12700">
            <a:solidFill>
              <a:srgbClr val="C225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6634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 (플레이 테스트)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52578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게임을 직접 플레이하며 버그와 진행 문제를 찾아 팀에 공유</a:t>
            </a:r>
            <a:endParaRPr lang="en-US" sz="1600" dirty="0"/>
          </a:p>
        </p:txBody>
      </p:sp>
      <p:pic>
        <p:nvPicPr>
          <p:cNvPr id="15" name="Image 0" descr="RUNA 게임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9613" y="2514600"/>
            <a:ext cx="4293443" cy="3703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회고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10048" cy="2743200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737360"/>
            <a:ext cx="502920" cy="502920"/>
          </a:xfrm>
          <a:prstGeom prst="ellipse">
            <a:avLst/>
          </a:prstGeom>
          <a:solidFill>
            <a:srgbClr val="C2255C"/>
          </a:solidFill>
          <a:ln w="12700">
            <a:solidFill>
              <a:srgbClr val="C225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737360"/>
            <a:ext cx="412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출시까지의 경험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06040"/>
            <a:ext cx="47699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3000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DD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개발, 테스트, Google Play 출시, 출시 후 광고 업데이트까지 게임이 완성되는 흐름을 처음부터 끝까지 경험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33008" y="1417320"/>
            <a:ext cx="5410048" cy="2743200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53048" y="1737360"/>
            <a:ext cx="502920" cy="502920"/>
          </a:xfrm>
          <a:prstGeom prst="ellipse">
            <a:avLst/>
          </a:prstGeom>
          <a:solidFill>
            <a:srgbClr val="C2255C"/>
          </a:solidFill>
          <a:ln w="12700">
            <a:solidFill>
              <a:srgbClr val="C225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53048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238848" y="1737360"/>
            <a:ext cx="412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플레이어 관점의 검증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553048" y="2606040"/>
            <a:ext cx="47699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3000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DD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방탈출은 퍼즐 난이도와 힌트 흐름이 핵심 — QA를 하며 "플레이어가 어디서 막히는가"를 보는 시각을 기름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474720"/>
            <a:ext cx="4572000" cy="4572000"/>
          </a:xfrm>
          <a:prstGeom prst="ellipse">
            <a:avLst/>
          </a:prstGeom>
          <a:solidFill>
            <a:srgbClr val="C2255C">
              <a:alpha val="18000"/>
            </a:srgbClr>
          </a:solidFill>
          <a:ln w="12700">
            <a:solidFill>
              <a:srgbClr val="C2255C">
                <a:alpha val="18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1031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EB6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김동준  ·  Unity / C# 게임 클라이언트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49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225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dkdl01028@icloud.com   ·   github.com/kimdongjun22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RUNA 포트폴리오</dc:title>
  <dc:subject>PptxGenJS Presentation</dc:subject>
  <dc:creator>김동준</dc:creator>
  <cp:lastModifiedBy>김동준</cp:lastModifiedBy>
  <cp:revision>1</cp:revision>
  <dcterms:created xsi:type="dcterms:W3CDTF">2026-10-15T04:17:07Z</dcterms:created>
  <dcterms:modified xsi:type="dcterms:W3CDTF">2026-10-15T04:17:07Z</dcterms:modified>
</cp:coreProperties>
</file>