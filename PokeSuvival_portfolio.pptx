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kimdongjun22 · PokeSuvival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1463040"/>
            <a:ext cx="5486400" cy="5486400"/>
          </a:xfrm>
          <a:prstGeom prst="ellipse">
            <a:avLst/>
          </a:prstGeom>
          <a:solidFill>
            <a:srgbClr val="D6336C">
              <a:alpha val="18000"/>
            </a:srgbClr>
          </a:solidFill>
          <a:ln w="12700">
            <a:solidFill>
              <a:srgbClr val="D6336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14255" y="2926080"/>
            <a:ext cx="3108960" cy="3108960"/>
          </a:xfrm>
          <a:prstGeom prst="ellipse">
            <a:avLst/>
          </a:prstGeom>
          <a:solidFill>
            <a:srgbClr val="D6336C">
              <a:alpha val="30000"/>
            </a:srgbClr>
          </a:solidFill>
          <a:ln w="12700">
            <a:solidFill>
              <a:srgbClr val="D6336C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CLIENT PORTFOLIO  ·  TEAM PROJECT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PokeSuvival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1조 팀 프로젝트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포켓몬 모티브 2D 멀티플레이 서바이벌 — 성장·스킬·사운드 모듈 담당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83794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42900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2022.3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96312" y="3429000"/>
            <a:ext cx="64922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96312" y="3429000"/>
            <a:ext cx="64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55264" y="3429000"/>
            <a:ext cx="183794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55264" y="342900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Photon PUN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02936" y="3429000"/>
            <a:ext cx="1362456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02936" y="3429000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3429000"/>
            <a:ext cx="2313432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342900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ScriptableObject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98280" y="3429000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8280" y="34290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AudioMixer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2025.07.22 ~ 08.12 (3주)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22978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51578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51578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6인 팀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097317" y="4343400"/>
            <a:ext cx="3545738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25917" y="448056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325917" y="4773168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진화·경험치 · 스킬 · 사운드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김동준  ·  dkdl01028@icloud.com  ·  github.com/CGRJ2/PokeSuvival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760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포켓몬을 모티브로 한 2D 탑다운 멀티플레이 서바이벌 게임입니다. 몬스터·다른 플레이어와 싸우며 경험치를 모아 레벨업합니다. 팀은 Photon PUN 2로 멀티플레이를, Firebase로 로그인을 구현했습니다.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12280" y="14173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0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6인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 · 3주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354312" y="14173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82912" y="1691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9582912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모듈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32461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0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5건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· 3건 병합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354312" y="324612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82912" y="35204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9582912" y="4206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develop 반영 C# 파일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LOOP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D6336C"/>
          </a:solidFill>
          <a:ln w="9525">
            <a:solidFill>
              <a:srgbClr val="D6336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로비·매칭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169109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443429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43429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입장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063898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338218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38218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이동·스킬 공격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958688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33008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3008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처치·경험치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853477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127797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27797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레벨업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748266" y="5349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A8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022586" y="5349240"/>
            <a:ext cx="1620469" cy="566928"/>
          </a:xfrm>
          <a:prstGeom prst="roundRect">
            <a:avLst>
              <a:gd name="adj" fmla="val 50000"/>
            </a:avLst>
          </a:prstGeom>
          <a:solidFill>
            <a:srgbClr val="F6F8FA"/>
          </a:solidFill>
          <a:ln w="9525">
            <a:solidFill>
              <a:srgbClr val="E3E7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022586" y="5349240"/>
            <a:ext cx="162046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랭킹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구성과 담당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4095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이니셜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영역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6336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KDJ (본인)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D6336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플레이어 진화·레벨업, 경험치 습득, 스킬·투사체, 사운드 시스템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SJH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플레이어 MVP 구조, 포켓몬 타입별 스킬, 상태이상·버프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CJM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Game/Network/Backend/UI 매니저, 로비·룸 UI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MMJ · JJM · NTJ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D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맵·경험치 구슬 / 몬스터·상점 / 아이템·데미지 계산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성장(진화·경험치), 스킬·투사체, 사운드 세 가지 모듈을 독립적으로 구현해 PR로 제출했습니다.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7889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진화·레벨업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38328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테이블 배열로 수치 조정. 레벨업 시 진화 외형 프리팹 교체, 속도·공격력·몸집 성장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3008" y="251460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07328" y="2788920"/>
            <a:ext cx="502920" cy="50292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07328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93128" y="27889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경험치 루프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338328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FoodSpawner가 2초마다 먹이 생성 → 먹으면 경험치 → 진화로 연결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754880"/>
            <a:ext cx="502920" cy="50292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75488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스킬·투사체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534924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돌진·폭발·회복 3종, 코루틴 쿨다운, 강화 시 쿨다운 하한. ScriptableObject로 데이터 분리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33008" y="448056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07328" y="4754880"/>
            <a:ext cx="502920" cy="50292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07328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93128" y="475488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사운드 시스템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193128" y="534924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AudioMixer로 BGM/SFX 분리, 2D/3D 전환, Raycast로 벽에 막힌 소리 차단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코드 ①  진화 — 외형 프리팹 교체와 능력치 성장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498080" cy="4754880"/>
          </a:xfrm>
          <a:prstGeom prst="roundRect">
            <a:avLst>
              <a:gd name="adj" fmla="val 1923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PlayerEvolution.cs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LevelUp()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currentLevel++;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currentExp = 0;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(currentForm != null) Destroy(currentForm);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currentForm = Instantiate(evolutionForms[currentLevel - 1],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transform.position, Quaternion.identity, transform);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baseSpeed  *= growthFactor;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baseDamage *= growthFactor;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baseDamage += damageGrowth;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transform.localScale += Vector3.one * sizeGrowth;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458200" y="146304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58200" y="1965960"/>
            <a:ext cx="411480" cy="411480"/>
          </a:xfrm>
          <a:prstGeom prst="ellipse">
            <a:avLst/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582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006840" y="194767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진화 형태를 배열로 관리 → 인스펙터에서 조정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458200" y="3429000"/>
            <a:ext cx="411480" cy="411480"/>
          </a:xfrm>
          <a:prstGeom prst="ellipse">
            <a:avLst/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341071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레벨업마다 외형 교체로 성장 체감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58200" y="4892040"/>
            <a:ext cx="411480" cy="411480"/>
          </a:xfrm>
          <a:prstGeom prst="ellipse">
            <a:avLst/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487375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속도·공격력 ×1.3, 몸집 +0.2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코드 ②  코루틴 기반 쿨다운 범위 스킬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498080" cy="4754880"/>
          </a:xfrm>
          <a:prstGeom prst="roundRect">
            <a:avLst>
              <a:gd name="adj" fmla="val 1923"/>
            </a:avLst>
          </a:prstGeom>
          <a:solidFill>
            <a:srgbClr val="1E2330"/>
          </a:solidFill>
          <a:ln w="12700">
            <a:solidFill>
              <a:srgbClr val="1E23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3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PlayerSkillManager.cs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IEnumerator Explosion()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canExplosion = false;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Instantiate(explosionPrefab, transform.position, Quaternion.identity);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Collider2D[] hits = Physics2D.OverlapCircleAll(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transform.position, explosionRadius);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foreach (var hit in hits)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(hit.CompareTag("Enemy"))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var enemy = hit.GetComponent&lt;EnemyHealth&gt;();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(enemy != null) enemy.TakeDamage(explosionDamage);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return new WaitForSeconds(explosionCooldown);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canExplosion = true;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458200" y="1463040"/>
            <a:ext cx="3184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58200" y="1965960"/>
            <a:ext cx="411480" cy="411480"/>
          </a:xfrm>
          <a:prstGeom prst="ellipse">
            <a:avLst/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582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006840" y="194767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플래그 + 코루틴으로 쿨다운 관리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458200" y="3429000"/>
            <a:ext cx="411480" cy="411480"/>
          </a:xfrm>
          <a:prstGeom prst="ellipse">
            <a:avLst/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5820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341071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OverlapCircleAll로 범위 안 적 판정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458200" y="4892040"/>
            <a:ext cx="411480" cy="411480"/>
          </a:xfrm>
          <a:prstGeom prst="ellipse">
            <a:avLst/>
          </a:prstGeom>
          <a:solidFill>
            <a:srgbClr val="FFF0F6"/>
          </a:solidFill>
          <a:ln w="12700">
            <a:solidFill>
              <a:srgbClr val="FFF0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4873752"/>
            <a:ext cx="2636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UpgradeSkills()는 쿨다운을 Mathf.Max 하한까지만 감소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과정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0" y="2926080"/>
            <a:ext cx="8534095" cy="0"/>
          </a:xfrm>
          <a:prstGeom prst="line">
            <a:avLst/>
          </a:prstGeom>
          <a:noFill/>
          <a:ln w="31750">
            <a:solidFill>
              <a:srgbClr val="E3E7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07.24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645920" y="2743200"/>
            <a:ext cx="365760" cy="365760"/>
          </a:xfrm>
          <a:prstGeom prst="ellipse">
            <a:avLst/>
          </a:prstGeom>
          <a:solidFill>
            <a:srgbClr val="D6336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37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#9 병합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진화·체력·스킬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393338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07.28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90618" y="2743200"/>
            <a:ext cx="365760" cy="365760"/>
          </a:xfrm>
          <a:prstGeom prst="ellipse">
            <a:avLst/>
          </a:prstGeom>
          <a:solidFill>
            <a:srgbClr val="D6336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3338" y="3337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#31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393338" y="41605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강화, 먹이 습득·스폰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38037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07.29~08.01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35317" y="2743200"/>
            <a:ext cx="365760" cy="365760"/>
          </a:xfrm>
          <a:prstGeom prst="ellipse">
            <a:avLst/>
          </a:prstGeom>
          <a:solidFill>
            <a:srgbClr val="D6336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8037" y="3337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#40 → #50 병합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238037" y="41605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투사체, SkillData, 사운드 통합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082735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08.04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180015" y="2743200"/>
            <a:ext cx="365760" cy="365760"/>
          </a:xfrm>
          <a:prstGeom prst="ellipse">
            <a:avLst/>
          </a:prstGeom>
          <a:solidFill>
            <a:srgbClr val="D6336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82735" y="33375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D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#57 병합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082735" y="416052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아이템·경험치·전투 사운드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3A3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10048" cy="4800600"/>
          </a:xfrm>
          <a:prstGeom prst="roundRect">
            <a:avLst>
              <a:gd name="adj" fmla="val 2286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502920" cy="50292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3736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7699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6인 협업에서 개인 브랜치 → PR → develop 흐름과 커밋 컨벤션 준수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ScriptableObject로 데이터 주도 설계 경험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1417320"/>
            <a:ext cx="5410048" cy="4800600"/>
          </a:xfrm>
          <a:prstGeom prst="roundRect">
            <a:avLst>
              <a:gd name="adj" fmla="val 2286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3048" y="1737360"/>
            <a:ext cx="502920" cy="502920"/>
          </a:xfrm>
          <a:prstGeom prst="ellipse">
            <a:avLst/>
          </a:prstGeom>
          <a:solidFill>
            <a:srgbClr val="D6336C"/>
          </a:solidFill>
          <a:ln w="12700">
            <a:solidFill>
              <a:srgbClr val="D633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38848" y="173736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점과 개선 계획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2606040"/>
            <a:ext cx="476996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MVP 구조·Photon 동기화와 통합하지 못함 → 공통 인터페이스를 먼저 합의하고 구현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PhotonView/RPC 동기화, Input System 통일, 2D 물리 API로 정리</a:t>
            </a:r>
            <a:endParaRPr lang="en-US" sz="18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DDE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AudioSource 오브젝트 풀링, LevelUp 레벨 이중 증가 버그 수정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474720"/>
            <a:ext cx="4572000" cy="4572000"/>
          </a:xfrm>
          <a:prstGeom prst="ellipse">
            <a:avLst/>
          </a:prstGeom>
          <a:solidFill>
            <a:srgbClr val="D6336C">
              <a:alpha val="18000"/>
            </a:srgbClr>
          </a:solidFill>
          <a:ln w="12700">
            <a:solidFill>
              <a:srgbClr val="D6336C">
                <a:alpha val="18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103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B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김동준  ·  Unity / C# 게임 클라이언트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633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dkdl01028@icloud.com   ·   github.com/kimdongjun22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PokeSuvival 포트폴리오</dc:title>
  <dc:subject>PptxGenJS Presentation</dc:subject>
  <dc:creator>김동준</dc:creator>
  <cp:lastModifiedBy>김동준</cp:lastModifiedBy>
  <cp:revision>1</cp:revision>
  <dcterms:created xsi:type="dcterms:W3CDTF">2026-10-15T04:17:07Z</dcterms:created>
  <dcterms:modified xsi:type="dcterms:W3CDTF">2026-10-15T04:17:07Z</dcterms:modified>
</cp:coreProperties>
</file>