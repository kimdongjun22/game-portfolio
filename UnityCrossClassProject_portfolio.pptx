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kimdongjun22 · UnityCrossClassProject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2F9E44">
              <a:alpha val="18000"/>
            </a:srgbClr>
          </a:solidFill>
          <a:ln w="12700">
            <a:solidFill>
              <a:srgbClr val="2F9E44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4255" y="2926080"/>
            <a:ext cx="3108960" cy="3108960"/>
          </a:xfrm>
          <a:prstGeom prst="ellipse">
            <a:avLst/>
          </a:prstGeom>
          <a:solidFill>
            <a:srgbClr val="2F9E44">
              <a:alpha val="30000"/>
            </a:srgbClr>
          </a:solidFill>
          <a:ln w="12700">
            <a:solidFill>
              <a:srgbClr val="2F9E44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CLIENT PORTFOLIO  ·  TEAM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UnityCrossClassProject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유니티 사전 합반 프로젝트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2.5D 좀비 아포칼립스 생존·탐험 — 플레이어 액션 기능 담당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2022.3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3429000"/>
            <a:ext cx="6492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342900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29000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342900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33088" y="3429000"/>
            <a:ext cx="171907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33088" y="342900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Cinemachine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61888" y="3429000"/>
            <a:ext cx="314553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61888" y="342900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Raycast / OverlapSphere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17152" y="342900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17152" y="34290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2025.06.18 ~ 07.08 (3주)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22978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1578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5인+ 팀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7317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591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이동·전투·은신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dkdl01028@icloud.com  ·  github.com/JitaeWoo/UnityCrossClassProject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좀비가 들끓는 세상에서 살아남는 2.5D 횡스크롤 생존 게임입니다. 베이스캠프에서 휴식·제작을 하고, 병원·학교로 나가 파밍하며 좀비를 피해 숨거나 싸웁니다. 저는 매일 기능 하나씩 브랜치를 따서 PR 11건을 올렸습니다.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12280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전부 병합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54312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2912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기능 구현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작성 C# 스크립트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54312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~750줄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58291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코드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베이스캠프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69109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43429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3429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탐험지 선택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6389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3821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821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파밍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5868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은신·전투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53477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7797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27797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귀환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8266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22586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22586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 스탯 관리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구현 내용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6080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이동·사다리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PlayerController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right 기준 이동, Ladder 트리거에서 중력 OFF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생존 스탯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PlayerStatsv2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배고픔 감소·피로 증가, 한계 시 체력 감소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바리케이드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BuildSystem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ScreenPointToRay로 지면을 찾아 설치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근접 전투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PlayerCombat 외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단일은 Raycast, 범위는 OverlapSphere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쿨타임·내구도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WeaponSystem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공격 쿨타임, 무기·방어구 내구도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은신·숨기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PlayerStealth / PlayerHide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투명화 + 코루틴 쿨타임, 캐비닛 숨기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 탐지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EnemyAI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IsHidden이면 탐지 생략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액션 기능 7가지를 PR 11건으로 나눠 올렸고 모두 병합되었습니다. 전투는 MeleeWeapon → SimpleSword → WeaponSystem 순으로 PR을 거듭하며 발전시켰습니다.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은신 상태 공개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프로퍼티 IsHidden으로 은신 상태를 공개하고 적 AI가 이를 읽어 탐지를 건너뜀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788920"/>
            <a:ext cx="502920" cy="50292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쿼리 선택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대상은 Raycast, 범위 공격은 OverlapSphere + LayerMask로 구분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디버그 시각화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Debug.DrawRay, OnDrawGizmosSelected로 공격 범위와 숨는 위치를 씬 뷰에 표시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3008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4754880"/>
            <a:ext cx="502920" cy="50292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7328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개선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93128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하나 = 브랜치 하나 = PR 하나 흐름을 3주간 유지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①  은신처 숨기 + 외부에 상태 공개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PlayerHide.cs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bool IsHidden { get; private set;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EnterHide()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isHiding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IsHidden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hideTimer = 0f;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currentSpot.hidePosition.position;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SetRenderers(false);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(controller != null) controller.enabled = false;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OnTriggerExit(Collider other)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(other.TryGetComponent(out HideSpot spot)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currentSpot == spot &amp;&amp; !isHiding)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currentSpot = null;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숨으면 렌더러와 이동을 모두 끔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!isHiding 조건으로 은신처 참조 유지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숨은 뒤 다시 나올 수 없는 문제 해결 (#97)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②  무기 쿨타임·내구도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WeaponSystem.cs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CanAttack()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Time.time &gt;= lastAttackTime + attackCooldown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durability &gt; 0;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Attack(Transform attackPoint)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(!CanAttack()) return;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lastAttackTime = Time.time;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durability--;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Collider[] hits = Physics.OverlapSphere(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attackPoint.position, attackRange, enemyLayer);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(Collider enemy in hits)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enemy.GetComponent&lt;EnemyHealth&gt;()?.TakeDamage(1);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(durability &lt;= 0) gameObject.SetActive(false);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타임스탬프로 쿨타임 판정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공격마다 내구도 1 감소, 0이면 무기 파괴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LayerMask로 적만 범위 판정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00200" y="2926080"/>
            <a:ext cx="8991295" cy="0"/>
          </a:xfrm>
          <a:prstGeom prst="line">
            <a:avLst/>
          </a:prstGeom>
          <a:noFill/>
          <a:ln w="31750">
            <a:solidFill>
              <a:srgbClr val="E3E7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06.23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17320" y="2743200"/>
            <a:ext cx="365760" cy="365760"/>
          </a:xfrm>
          <a:prstGeom prst="ellipse">
            <a:avLst/>
          </a:prstGeom>
          <a:solidFill>
            <a:srgbClr val="2F9E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#7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3인칭 이동·사다리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96464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06.24~25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65144" y="2743200"/>
            <a:ext cx="365760" cy="365760"/>
          </a:xfrm>
          <a:prstGeom prst="ellipse">
            <a:avLst/>
          </a:prstGeom>
          <a:solidFill>
            <a:srgbClr val="2F9E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6464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#11 #16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796464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 스탯, 바리케이드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44288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06.26~30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12968" y="2743200"/>
            <a:ext cx="365760" cy="365760"/>
          </a:xfrm>
          <a:prstGeom prst="ellipse">
            <a:avLst/>
          </a:prstGeom>
          <a:solidFill>
            <a:srgbClr val="2F9E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4288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#30~#60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044288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 전투, 쿨타임·내구도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292111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06.30~07.01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60791" y="2743200"/>
            <a:ext cx="365760" cy="365760"/>
          </a:xfrm>
          <a:prstGeom prst="ellipse">
            <a:avLst/>
          </a:prstGeom>
          <a:solidFill>
            <a:srgbClr val="2F9E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2111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#72 #77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292111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투명화 은신, 캐비닛 숨기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539935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07.03~04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408615" y="2743200"/>
            <a:ext cx="365760" cy="365760"/>
          </a:xfrm>
          <a:prstGeom prst="ellipse">
            <a:avLst/>
          </a:prstGeom>
          <a:solidFill>
            <a:srgbClr val="2F9E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9935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#97 #114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숨기 버그 수정, 적 탐지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단위 브랜치 → PR 흐름을 3주간 매일 유지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Raycast와 OverlapSphere를 상황에 따라 골라 쓰는 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1737360"/>
            <a:ext cx="502920" cy="50292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38848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점과 개선 계획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데모 씬에는 팀원 구현이 채택됨 → 팀의 플레이어 구조에 맞춰 붙이는 방식으로 작업했어야 함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IsHidden 대신 이벤트(Action&lt;bool&gt;)로 결합도 낮추기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버전의 전투 클래스를 IWeapon으로 통합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2F9E44">
              <a:alpha val="18000"/>
            </a:srgbClr>
          </a:solidFill>
          <a:ln w="12700">
            <a:solidFill>
              <a:srgbClr val="2F9E44">
                <a:alpha val="1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Unity / C# 게임 클라이언트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dkdl01028@icloud.com   ·   github.com/kimdongjun22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UnityCrossClassProject 포트폴리오</dc:title>
  <dc:subject>PptxGenJS Presentation</dc:subject>
  <dc:creator>김동준</dc:creator>
  <cp:lastModifiedBy>김동준</cp:lastModifiedBy>
  <cp:revision>1</cp:revision>
  <dcterms:created xsi:type="dcterms:W3CDTF">2026-10-15T04:17:07Z</dcterms:created>
  <dcterms:modified xsi:type="dcterms:W3CDTF">2026-10-15T04:17:07Z</dcterms:modified>
</cp:coreProperties>
</file>