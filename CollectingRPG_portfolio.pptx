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kimdongjun22 · CollectingRPG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C2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51215" y="-1463040"/>
            <a:ext cx="5486400" cy="5486400"/>
          </a:xfrm>
          <a:prstGeom prst="ellipse">
            <a:avLst/>
          </a:prstGeom>
          <a:solidFill>
            <a:srgbClr val="1971C2">
              <a:alpha val="18000"/>
            </a:srgbClr>
          </a:solidFill>
          <a:ln w="12700">
            <a:solidFill>
              <a:srgbClr val="1971C2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14255" y="2926080"/>
            <a:ext cx="3108960" cy="3108960"/>
          </a:xfrm>
          <a:prstGeom prst="ellipse">
            <a:avLst/>
          </a:prstGeom>
          <a:solidFill>
            <a:srgbClr val="1971C2">
              <a:alpha val="30000"/>
            </a:srgbClr>
          </a:solidFill>
          <a:ln w="12700">
            <a:solidFill>
              <a:srgbClr val="1971C2">
                <a:alpha val="30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971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GAME CLIENT PORTFOLIO  ·  TEAM PROJECT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3444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CollectingRPG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24028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AEB6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모바일 수집형 RPG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7432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오토배틀 · 로그라이크 맵 — 브랜치 통합 관리 · UI 연출 프로토타입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3429000"/>
            <a:ext cx="1837944" cy="347472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3429000"/>
            <a:ext cx="1837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Unity 2022.3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496312" y="3429000"/>
            <a:ext cx="649224" cy="347472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496312" y="3429000"/>
            <a:ext cx="649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C#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55264" y="3429000"/>
            <a:ext cx="768096" cy="347472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255264" y="3429000"/>
            <a:ext cx="768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URP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33088" y="3429000"/>
            <a:ext cx="1243584" cy="347472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133088" y="3429000"/>
            <a:ext cx="1243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DOTween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0" y="3429000"/>
            <a:ext cx="1837944" cy="347472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0" y="3429000"/>
            <a:ext cx="1837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Addressables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434072" y="3429000"/>
            <a:ext cx="1362456" cy="347472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434072" y="3429000"/>
            <a:ext cx="1362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Firebase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343400"/>
            <a:ext cx="3545738" cy="960120"/>
          </a:xfrm>
          <a:prstGeom prst="roundRect">
            <a:avLst>
              <a:gd name="adj" fmla="val 9524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4480560"/>
            <a:ext cx="30885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971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기간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4773168"/>
            <a:ext cx="30885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2025.08.14 ~ 10.16 (2개월)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4322978" y="4343400"/>
            <a:ext cx="3545738" cy="960120"/>
          </a:xfrm>
          <a:prstGeom prst="roundRect">
            <a:avLst>
              <a:gd name="adj" fmla="val 9524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551578" y="4480560"/>
            <a:ext cx="30885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971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인원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4551578" y="4773168"/>
            <a:ext cx="30885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6~7인 팀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8097317" y="4343400"/>
            <a:ext cx="3545738" cy="960120"/>
          </a:xfrm>
          <a:prstGeom prst="roundRect">
            <a:avLst>
              <a:gd name="adj" fmla="val 9524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325917" y="4480560"/>
            <a:ext cx="30885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971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8325917" y="4773168"/>
            <a:ext cx="30885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브랜치 통합 · DOTween UI</a:t>
            </a:r>
            <a:endParaRPr lang="en-US" sz="17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58978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EB6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김동준  ·  dkdl01028@icloud.com  ·  github.com/HSD06040/CollectingRPG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소개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57607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900" dirty="0">
                <a:solidFill>
                  <a:srgbClr val="1D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가챠로 캐릭터를 모으고 강화·편성한 뒤, 배치와 시너지로 싸우는 자동 전투와 노드형 로그라이크 맵을 진행하는 모바일 수집형 RPG입니다. C# 파일 416개 규모의 중규모 프로젝트입니다.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6812280" y="1417320"/>
            <a:ext cx="2286000" cy="1600200"/>
          </a:xfrm>
          <a:prstGeom prst="roundRect">
            <a:avLst>
              <a:gd name="adj" fmla="val 6857"/>
            </a:avLst>
          </a:prstGeom>
          <a:solidFill>
            <a:srgbClr val="E7F5FF"/>
          </a:solidFill>
          <a:ln w="12700">
            <a:solidFill>
              <a:srgbClr val="E7F5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040880" y="169164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971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6~7인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7040880" y="23774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· 약 2개월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354312" y="1417320"/>
            <a:ext cx="2286000" cy="1600200"/>
          </a:xfrm>
          <a:prstGeom prst="roundRect">
            <a:avLst>
              <a:gd name="adj" fmla="val 6857"/>
            </a:avLst>
          </a:prstGeom>
          <a:solidFill>
            <a:srgbClr val="E7F5FF"/>
          </a:solidFill>
          <a:ln w="12700">
            <a:solidFill>
              <a:srgbClr val="E7F5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582912" y="169164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971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5회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9582912" y="23774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develop 브랜치 통합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12280" y="3246120"/>
            <a:ext cx="2286000" cy="1600200"/>
          </a:xfrm>
          <a:prstGeom prst="roundRect">
            <a:avLst>
              <a:gd name="adj" fmla="val 6857"/>
            </a:avLst>
          </a:prstGeom>
          <a:solidFill>
            <a:srgbClr val="E7F5FF"/>
          </a:solidFill>
          <a:ln w="12700">
            <a:solidFill>
              <a:srgbClr val="E7F5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040880" y="352044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971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7개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7040880" y="42062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 연출 스크립트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354312" y="3246120"/>
            <a:ext cx="2286000" cy="1600200"/>
          </a:xfrm>
          <a:prstGeom prst="roundRect">
            <a:avLst>
              <a:gd name="adj" fmla="val 6857"/>
            </a:avLst>
          </a:prstGeom>
          <a:solidFill>
            <a:srgbClr val="E7F5FF"/>
          </a:solidFill>
          <a:ln w="12700">
            <a:solidFill>
              <a:srgbClr val="E7F5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582912" y="352044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971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416개</a:t>
            </a:r>
            <a:endParaRPr lang="en-US" sz="3600" dirty="0"/>
          </a:p>
        </p:txBody>
      </p:sp>
      <p:sp>
        <p:nvSpPr>
          <p:cNvPr id="15" name="Text 13"/>
          <p:cNvSpPr txBox="1"/>
          <p:nvPr/>
        </p:nvSpPr>
        <p:spPr>
          <a:xfrm>
            <a:off x="9582912" y="42062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전체 C# 파일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983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971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GAME LOOP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5349240"/>
            <a:ext cx="1620469" cy="566928"/>
          </a:xfrm>
          <a:prstGeom prst="roundRect">
            <a:avLst>
              <a:gd name="adj" fmla="val 50000"/>
            </a:avLst>
          </a:prstGeom>
          <a:solidFill>
            <a:srgbClr val="1971C2"/>
          </a:solidFill>
          <a:ln w="9525">
            <a:solidFill>
              <a:srgbClr val="1971C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5349240"/>
            <a:ext cx="162046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가챠 수집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2169109" y="5349240"/>
            <a:ext cx="274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0A8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2443429" y="5349240"/>
            <a:ext cx="1620469" cy="566928"/>
          </a:xfrm>
          <a:prstGeom prst="roundRect">
            <a:avLst>
              <a:gd name="adj" fmla="val 50000"/>
            </a:avLst>
          </a:prstGeom>
          <a:solidFill>
            <a:srgbClr val="F6F8FA"/>
          </a:solidFill>
          <a:ln w="9525">
            <a:solidFill>
              <a:srgbClr val="E3E7E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443429" y="5349240"/>
            <a:ext cx="162046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D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강화·편성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063898" y="5349240"/>
            <a:ext cx="274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0A8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4338218" y="5349240"/>
            <a:ext cx="1620469" cy="566928"/>
          </a:xfrm>
          <a:prstGeom prst="roundRect">
            <a:avLst>
              <a:gd name="adj" fmla="val 50000"/>
            </a:avLst>
          </a:prstGeom>
          <a:solidFill>
            <a:srgbClr val="F6F8FA"/>
          </a:solidFill>
          <a:ln w="9525">
            <a:solidFill>
              <a:srgbClr val="E3E7E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338218" y="5349240"/>
            <a:ext cx="162046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D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스테이지 선택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5958688" y="5349240"/>
            <a:ext cx="274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0A8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233008" y="5349240"/>
            <a:ext cx="1620469" cy="566928"/>
          </a:xfrm>
          <a:prstGeom prst="roundRect">
            <a:avLst>
              <a:gd name="adj" fmla="val 50000"/>
            </a:avLst>
          </a:prstGeom>
          <a:solidFill>
            <a:srgbClr val="F6F8FA"/>
          </a:solidFill>
          <a:ln w="9525">
            <a:solidFill>
              <a:srgbClr val="E3E7E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233008" y="5349240"/>
            <a:ext cx="162046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D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맵 진행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7853477" y="5349240"/>
            <a:ext cx="274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0A8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8127797" y="5349240"/>
            <a:ext cx="1620469" cy="566928"/>
          </a:xfrm>
          <a:prstGeom prst="roundRect">
            <a:avLst>
              <a:gd name="adj" fmla="val 50000"/>
            </a:avLst>
          </a:prstGeom>
          <a:solidFill>
            <a:srgbClr val="F6F8FA"/>
          </a:solidFill>
          <a:ln w="9525">
            <a:solidFill>
              <a:srgbClr val="E3E7E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127797" y="5349240"/>
            <a:ext cx="162046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D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전투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9748266" y="5349240"/>
            <a:ext cx="274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0A8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10022586" y="5349240"/>
            <a:ext cx="1620469" cy="566928"/>
          </a:xfrm>
          <a:prstGeom prst="roundRect">
            <a:avLst>
              <a:gd name="adj" fmla="val 50000"/>
            </a:avLst>
          </a:prstGeom>
          <a:solidFill>
            <a:srgbClr val="F6F8FA"/>
          </a:solidFill>
          <a:ln w="9525">
            <a:solidFill>
              <a:srgbClr val="E3E7EE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0022586" y="5349240"/>
            <a:ext cx="162046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D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보상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 ① 브랜치 통합 관리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8534095"/>
              </a:tblGrid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날짜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브랜치 통합 내용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D24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08.18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D24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feat/CharComposition(캐릭터 편성) → develop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D24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08.18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D24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main → feat/Sign-in (로그인 브랜치 최신화)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D24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08.21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D24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JJM(UI) → feat/Unit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D24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08.21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D24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feat/CharComposition → develop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D24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08.21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D24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feat/Unit(유닛) → develop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 ② DOTween UI 연출 프로토타입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94415" cy="868680"/>
          </a:xfrm>
          <a:prstGeom prst="roundRect">
            <a:avLst>
              <a:gd name="adj" fmla="val 10526"/>
            </a:avLst>
          </a:prstGeom>
          <a:solidFill>
            <a:srgbClr val="E7F5FF"/>
          </a:solidFill>
          <a:ln w="12700">
            <a:solidFill>
              <a:srgbClr val="E7F5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41732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초기 팀원들의 기능 브랜치를 develop으로 합치는 통합 작업을 맡아 5건을 충돌 없이 반영했고, 개인 브랜치(KDJ_UI)에서 DOTween UI 연출을 실험했습니다.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5410048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788920"/>
            <a:ext cx="502920" cy="502920"/>
          </a:xfrm>
          <a:prstGeom prst="ellipse">
            <a:avLst/>
          </a:prstGeom>
          <a:solidFill>
            <a:srgbClr val="1971C2"/>
          </a:solidFill>
          <a:ln w="12700">
            <a:solidFill>
              <a:srgbClr val="1971C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2788920"/>
            <a:ext cx="422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팝업 연출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508760" y="3383280"/>
            <a:ext cx="4221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5B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PanelHandler: DOTween Sequence로 커졌다 줄어들며 열고 닫기. 끝나면 OnComplete로 비활성화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33008" y="2514600"/>
            <a:ext cx="5410048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07328" y="2788920"/>
            <a:ext cx="502920" cy="502920"/>
          </a:xfrm>
          <a:prstGeom prst="ellipse">
            <a:avLst/>
          </a:prstGeom>
          <a:solidFill>
            <a:srgbClr val="1971C2"/>
          </a:solidFill>
          <a:ln w="12700">
            <a:solidFill>
              <a:srgbClr val="1971C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07328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193128" y="2788920"/>
            <a:ext cx="422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버튼 피드백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7193128" y="3383280"/>
            <a:ext cx="4221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5B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ButtonHandler: 눌림 효과(0.95 → 1.05 → 1.0) 후 팝업 호출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4480560"/>
            <a:ext cx="5410048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2960" y="4754880"/>
            <a:ext cx="502920" cy="502920"/>
          </a:xfrm>
          <a:prstGeom prst="ellipse">
            <a:avLst/>
          </a:prstGeom>
          <a:solidFill>
            <a:srgbClr val="1971C2"/>
          </a:solidFill>
          <a:ln w="12700">
            <a:solidFill>
              <a:srgbClr val="1971C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4754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4754880"/>
            <a:ext cx="422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메뉴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1508760" y="5349240"/>
            <a:ext cx="4221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5B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MainMenu: 버튼 핸들러, 종료는 #if UNITY_EDITOR로 에디터/빌드 분리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233008" y="4480560"/>
            <a:ext cx="5410048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07328" y="4754880"/>
            <a:ext cx="502920" cy="502920"/>
          </a:xfrm>
          <a:prstGeom prst="ellipse">
            <a:avLst/>
          </a:prstGeom>
          <a:solidFill>
            <a:srgbClr val="1971C2"/>
          </a:solidFill>
          <a:ln w="12700">
            <a:solidFill>
              <a:srgbClr val="1971C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507328" y="4754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193128" y="4754880"/>
            <a:ext cx="422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포물선 발사체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7193128" y="5349240"/>
            <a:ext cx="4221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5B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Projectile: DOJump로 포물선 궤적 테스트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 코드 ①  DOTween Sequence 팝업 열기/닫기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7498080" cy="4754880"/>
          </a:xfrm>
          <a:prstGeom prst="roundRect">
            <a:avLst>
              <a:gd name="adj" fmla="val 1923"/>
            </a:avLst>
          </a:prstGeom>
          <a:solidFill>
            <a:srgbClr val="1E2330"/>
          </a:solidFill>
          <a:ln w="12700">
            <a:solidFill>
              <a:srgbClr val="1E233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971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PanelHandler.cs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920240"/>
            <a:ext cx="69494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void Show()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gameObject.SetActive(true);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var seq = DOTween.Sequence();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seq.Append(transform.DOScale(1.1f, 0.2f));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seq.Append(transform.DOScale(1f, 0.1f));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seq.Play();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void Hide()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var seq = DOTween.Sequence();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transform.localScale = Vector3.one * 0.2f;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seq.Append(transform.DOScale(1.1f, 0.1f));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seq.Append(transform.DOScale(0.2f, 0.2f));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seq.Play().OnComplete(() =&gt; { gameObject.SetActive(false); });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8458200" y="1463040"/>
            <a:ext cx="3184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971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POINT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458200" y="1965960"/>
            <a:ext cx="411480" cy="411480"/>
          </a:xfrm>
          <a:prstGeom prst="ellipse">
            <a:avLst/>
          </a:prstGeom>
          <a:solidFill>
            <a:srgbClr val="E7F5FF"/>
          </a:solidFill>
          <a:ln w="12700">
            <a:solidFill>
              <a:srgbClr val="E7F5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458200" y="1965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971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9006840" y="1947672"/>
            <a:ext cx="26362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1D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살짝 커졌다가 안착하는 팝업 연출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458200" y="3429000"/>
            <a:ext cx="411480" cy="411480"/>
          </a:xfrm>
          <a:prstGeom prst="ellipse">
            <a:avLst/>
          </a:prstGeom>
          <a:solidFill>
            <a:srgbClr val="E7F5FF"/>
          </a:solidFill>
          <a:ln w="12700">
            <a:solidFill>
              <a:srgbClr val="E7F5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58200" y="3429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971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9006840" y="3410712"/>
            <a:ext cx="26362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1D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연출이 끝난 시점에 비활성화 (OnComplete)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458200" y="4892040"/>
            <a:ext cx="411480" cy="411480"/>
          </a:xfrm>
          <a:prstGeom prst="ellipse">
            <a:avLst/>
          </a:prstGeom>
          <a:solidFill>
            <a:srgbClr val="E7F5FF"/>
          </a:solidFill>
          <a:ln w="12700">
            <a:solidFill>
              <a:srgbClr val="E7F5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458200" y="4892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971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9006840" y="4873752"/>
            <a:ext cx="26362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1D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버튼 → 팝업으로 연출을 연결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회고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410048" cy="4800600"/>
          </a:xfrm>
          <a:prstGeom prst="roundRect">
            <a:avLst>
              <a:gd name="adj" fmla="val 2286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1737360"/>
            <a:ext cx="502920" cy="502920"/>
          </a:xfrm>
          <a:prstGeom prst="ellipse">
            <a:avLst/>
          </a:prstGeom>
          <a:solidFill>
            <a:srgbClr val="1971C2"/>
          </a:solidFill>
          <a:ln w="12700">
            <a:solidFill>
              <a:srgbClr val="1971C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737360"/>
            <a:ext cx="412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배운 점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606040"/>
            <a:ext cx="476996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30000"/>
              </a:lnSpc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rgbClr val="DDE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6~7명 규모에서 기능 브랜치 통합을 맡아 Git 브랜치 전략을 실전으로 경험</a:t>
            </a:r>
            <a:endParaRPr lang="en-US" sz="1800" dirty="0"/>
          </a:p>
          <a:p>
            <a:pPr marL="228600" indent="-228600">
              <a:lnSpc>
                <a:spcPct val="130000"/>
              </a:lnSpc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rgbClr val="DDE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DOTween Sequence와 OnComplete로 연출 종료 시점에 상태 전환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233008" y="1417320"/>
            <a:ext cx="5410048" cy="4800600"/>
          </a:xfrm>
          <a:prstGeom prst="roundRect">
            <a:avLst>
              <a:gd name="adj" fmla="val 2286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53048" y="1737360"/>
            <a:ext cx="502920" cy="502920"/>
          </a:xfrm>
          <a:prstGeom prst="ellipse">
            <a:avLst/>
          </a:prstGeom>
          <a:solidFill>
            <a:srgbClr val="1971C2"/>
          </a:solidFill>
          <a:ln w="12700">
            <a:solidFill>
              <a:srgbClr val="1971C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53048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238848" y="1737360"/>
            <a:ext cx="412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아쉬운 점과 개선 계획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6553048" y="2606040"/>
            <a:ext cx="476996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30000"/>
              </a:lnSpc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rgbClr val="DDE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 연출을 PR까지 다듬지 못해 최종 게임에 미반영</a:t>
            </a:r>
            <a:endParaRPr lang="en-US" sz="1800" dirty="0"/>
          </a:p>
          <a:p>
            <a:pPr marL="228600" indent="-228600">
              <a:lnSpc>
                <a:spcPct val="130000"/>
              </a:lnSpc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rgbClr val="DDE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 브랜치에 다른 SDK 파일이 섞임 → 커밋 범위 관리</a:t>
            </a:r>
            <a:endParaRPr lang="en-US" sz="1800" dirty="0"/>
          </a:p>
          <a:p>
            <a:pPr marL="228600" indent="-228600">
              <a:lnSpc>
                <a:spcPct val="130000"/>
              </a:lnSpc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rgbClr val="DDE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작은 단위로 자주 PR, 공용 PopupManager에 연출을 붙이는 방향으로 설계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474720"/>
            <a:ext cx="4572000" cy="4572000"/>
          </a:xfrm>
          <a:prstGeom prst="ellipse">
            <a:avLst/>
          </a:prstGeom>
          <a:solidFill>
            <a:srgbClr val="1971C2">
              <a:alpha val="18000"/>
            </a:srgbClr>
          </a:solidFill>
          <a:ln w="12700">
            <a:solidFill>
              <a:srgbClr val="1971C2">
                <a:alpha val="1800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10312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1089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EB6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김동준  ·  Unity / C# 게임 클라이언트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7490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971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dkdl01028@icloud.com   ·   github.com/kimdongjun22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CollectingRPG 포트폴리오</dc:title>
  <dc:subject>PptxGenJS Presentation</dc:subject>
  <dc:creator>김동준</dc:creator>
  <cp:lastModifiedBy>김동준</cp:lastModifiedBy>
  <cp:revision>1</cp:revision>
  <dcterms:created xsi:type="dcterms:W3CDTF">2026-10-15T04:17:07Z</dcterms:created>
  <dcterms:modified xsi:type="dcterms:W3CDTF">2026-10-15T04:17:07Z</dcterms:modified>
</cp:coreProperties>
</file>