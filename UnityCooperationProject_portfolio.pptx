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kimdongjun22 · Ball Rolling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5486400" cy="5486400"/>
          </a:xfrm>
          <a:prstGeom prst="ellipse">
            <a:avLst/>
          </a:prstGeom>
          <a:solidFill>
            <a:srgbClr val="E8590C">
              <a:alpha val="18000"/>
            </a:srgbClr>
          </a:solidFill>
          <a:ln w="12700">
            <a:solidFill>
              <a:srgbClr val="E8590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4255" y="2926080"/>
            <a:ext cx="3108960" cy="3108960"/>
          </a:xfrm>
          <a:prstGeom prst="ellipse">
            <a:avLst/>
          </a:prstGeom>
          <a:solidFill>
            <a:srgbClr val="E8590C">
              <a:alpha val="30000"/>
            </a:srgbClr>
          </a:solidFill>
          <a:ln w="12700">
            <a:solidFill>
              <a:srgbClr val="E8590C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CLIENT PORTFOLIO  ·  TEAM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Ball Rolling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UnityCooperationProject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 굴리기 액션 — 팀 공용 플레이어 컨트롤러(PB) 담당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2022.3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3429000"/>
            <a:ext cx="64922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3429000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5264" y="3429000"/>
            <a:ext cx="243230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5264" y="3429000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Rigidbody Physics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97296" y="3429000"/>
            <a:ext cx="136245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97296" y="34290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3429000"/>
            <a:ext cx="148132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342900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2025.04.25 ~ 05.08 (2주)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22978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51578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51578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5인 팀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097317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5917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25917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컨트롤러 · 카메라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dkdl01028@icloud.com  ·  github.com/NormalSeed/UnityCooperationProject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공을 굴려 맵의 아이템을 모두 모은 뒤, 적과 함정을 피해 목표 지점에 도착하는 3D 액션 게임입니다. 5명이 각자 이니셜 폴더에서 작업하고 develope 브랜치로 PR을 올리며 협업했습니다.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12280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develope 브랜치 커밋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54312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82912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26건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제출 (20건+ 병합)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4곳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코드가 PB 참조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54312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빌드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582912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Player.prefab에 PB 사용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 w="9525">
            <a:solidFill>
              <a:srgbClr val="E859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69109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43429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43429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진입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6389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33821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3821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아이템·버프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5868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300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300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몬스터·함정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853477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27797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27797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지점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48266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22586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22586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스테이지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구성과 담당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409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이니셜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59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KDJ (본인)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8590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플레이어 공 컨트롤러(PB), 카메라 추적, 애니메이터·체력, 플레이어 프리팹·씬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LKH (팀장)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오브젝트 풀, 스포너, 총알 발사(Shooter), 함정, PR 병합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KMS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GameManager · StageManager, UI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LHJ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아이템 추상 클래스와 버프 아이템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YTW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몬스터 AI, 체력바, 플레이어 총알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 만든 PB는 최종 Player.prefab에 붙어 Stage1·Stage2에서 실제로 동작합니다. 팀원 3명의 코드 4곳이 GetComponent&lt;PB&gt;()로 호출하는, 팀 시스템과 플레이어의 접점입니다.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기반 이동·점프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Update, 힘은 FixedUpdate에서 Impulse로 적용. Floor 충돌로 착지를 판정해 이중 점프 방지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278892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능력치 API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IncreaseAttack / Speed / Score를 공개해 팀원의 버프 아이템과 총알 시스템이 호출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수집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아이템과 닿으면 효과음 재생 후 비활성화. 점수는 StageManager 싱글톤으로 전달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3008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7328" y="475488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7328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추적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93128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CameraController가 시작 오프셋을 저장해 플레이어를 추적. 최종 Stage1·2에 배치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①  팀원 시스템이 호출하는 능력치 API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IncreaseAttack(int amount)  { attack += amount; }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IncreaseSpeed(float amount) { playerSpeed += amount; }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IncreaseScore(int amount)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(StageManager.Instance != null)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StageManager.Instance.StageScore += amount;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LHJ의 아이템 3종이 이 API만 호출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버프는 이동 힘의 배율로 반영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스테이지 매니저가 관리하도록 위임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②  입력/물리 분리와 착지 판정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(Input.GetButtonDown("Jump") &amp;&amp; !isJump)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isJump = true;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rigid.AddForce(Vector3.up * jumpPower, ForceMode.Impulse);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FixedUpdate()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h = Input.GetAxisRaw("Horizontal");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v = Input.GetAxisRaw("Vertical");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rigid.AddForce(new Vector3(h, 0, v) * playerSpeed, ForceMode.Impulse);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OnCollisionEnter(Collision collision)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(collision.gameObject.CompareTag("Floor")) isJump = false;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Update에서 놓치지 않게 받기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힘은 FixedUpdate에서 일정하게 적용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CompareTag로 태그 비교 비용 절감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과정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2926080"/>
            <a:ext cx="8534095" cy="0"/>
          </a:xfrm>
          <a:prstGeom prst="line">
            <a:avLst/>
          </a:prstGeom>
          <a:noFill/>
          <a:ln w="31750">
            <a:solidFill>
              <a:srgbClr val="E3E7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04.28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E859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player → PB 단계적 확장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93338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04.29~05.01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90618" y="2743200"/>
            <a:ext cx="365760" cy="365760"/>
          </a:xfrm>
          <a:prstGeom prst="ellipse">
            <a:avLst/>
          </a:prstGeom>
          <a:solidFill>
            <a:srgbClr val="E859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3338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실험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393338" y="4160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 반사, 체력, 애니메이터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38037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35317" y="2743200"/>
            <a:ext cx="365760" cy="365760"/>
          </a:xfrm>
          <a:prstGeom prst="ellipse">
            <a:avLst/>
          </a:prstGeom>
          <a:solidFill>
            <a:srgbClr val="E859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8037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 수정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38037" y="4160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입력축 오타·Walk 축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82735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05.06~07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180015" y="2743200"/>
            <a:ext cx="365760" cy="365760"/>
          </a:xfrm>
          <a:prstGeom prst="ellipse">
            <a:avLst/>
          </a:prstGeom>
          <a:solidFill>
            <a:srgbClr val="E8590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82735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통합 리팩터링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082735" y="4160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분리, 능력치 API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91840"/>
                <a:gridCol w="414497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 (PR)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공격력 초기값이 의도와 다름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기본값이 10으로 설정됨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 1, Awake 초기화 (#88 #90)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애니메이터가 세로 입력에 무반응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"vertical" 대소문자 오타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"Vertical"로 수정 (#53)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 입력 예외 발생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"Walk" 축을 읽음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줄 제거 (#66)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속도 버프가 체감되지 않음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힘이 고정값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playerSpeed 배율 적용 (#72)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플레이어가 모든 일을 하던 구조를, 팀 매니저가 생긴 뒤 책임을 나누고 작은 API만 공개하도록 리팩터링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팀원 코드와 충돌 없이 연결되는 설계를 경험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3048" y="1737360"/>
            <a:ext cx="502920" cy="502920"/>
          </a:xfrm>
          <a:prstGeom prst="ellipse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38848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점과 개선 계획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관계없는 DLL 커밋, script/Script 경로 중복 → 커밋 전 diff 검토의 중요성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프리팹 위치·폴더 규칙을 팀과 먼저 정하기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실험 스크립트 정리, Input System 전환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E8590C">
              <a:alpha val="18000"/>
            </a:srgbClr>
          </a:solidFill>
          <a:ln w="12700">
            <a:solidFill>
              <a:srgbClr val="E8590C">
                <a:alpha val="1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Unity / C# 게임 클라이언트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dkdl01028@icloud.com   ·   github.com/kimdongjun22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 Rolling 포트폴리오</dc:title>
  <dc:subject>PptxGenJS Presentation</dc:subject>
  <dc:creator>김동준</dc:creator>
  <cp:lastModifiedBy>김동준</cp:lastModifiedBy>
  <cp:revision>1</cp:revision>
  <dcterms:created xsi:type="dcterms:W3CDTF">2026-10-15T04:17:07Z</dcterms:created>
  <dcterms:modified xsi:type="dcterms:W3CDTF">2026-10-15T04:17:07Z</dcterms:modified>
</cp:coreProperties>
</file>