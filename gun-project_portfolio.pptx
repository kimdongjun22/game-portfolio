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gun-project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7048E8">
              <a:alpha val="18000"/>
            </a:srgbClr>
          </a:solidFill>
          <a:ln w="12700">
            <a:solidFill>
              <a:srgbClr val="7048E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7048E8">
              <a:alpha val="30000"/>
            </a:srgbClr>
          </a:solidFill>
          <a:ln w="12700">
            <a:solidFill>
              <a:srgbClr val="7048E8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SOLO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gun-project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 프로토타입 2종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슈팅 액션 · 2D 로그라이크 — 기획부터 개발까지 혼자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2022.3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NavMesh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08576" y="3429000"/>
            <a:ext cx="171907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8576" y="34290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Rigidbody2D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37376" y="342900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34290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3429000"/>
            <a:ext cx="88696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342900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uGUI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2025.05.29 ~ 06.04 (1주)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프로그래밍 · 레벨 구성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github.com/kimdongjun22/gun-project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"사격 + 적 추적" 게임 루프를 3D(gun)와 2D(roglike1)로 각각 만들어 보면서, 물리·입력·AI가 두 환경에서 어떻게 다르게 구현되는지 익힌 1인 프로젝트입니다.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기획·개발 전 과정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슈터 / 2D 로그라이크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19개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 C# 스크립트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15회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 → main PR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9525">
            <a:solidFill>
              <a:srgbClr val="704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처치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아이템·점수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던전 진행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프로토타입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60801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구현된 게임 루프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gun (3D)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배경 슈팅 액션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마우스 사격(히트스캔/투사체) → 적 처치 → 아이템·점수, 쿨다운 범위 스킬, 메뉴 → 게임 씬 전환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roglike1 (2D)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탑다운 로그라이크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8방향 이동·애니메이션 → 근접한 적이 추적 → 장착 무기로 투사체 발사, 랜덤 던전 생성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기능을 3D와 2D로 각각 구현하며 Physics/Physics2D, Rigidbody/Rigidbody2D의 차이와 NavMesh 사용법을 직접 비교했습니다.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사격 (3D)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Raycast 히트스캔(Gun)과 프리팹 투사체(PlayerController.Fire)를 모두 구현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78892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적 AI (3D)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NavMeshAgent 추적(EnemyFollow)과 MoveTowards 직선 추적(Monster)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 무기 시스템 (2D)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abstract Weapon → Gun. PlayerWeapon이 프리팹 교체. 새 무기는 상속만 하면 추가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3008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475488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이동·던전 (2D)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93128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FixedUpdate의 MovePosition + 애니메이터 연동, 랜덤 방 배치 던전 생성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①  추상 클래스로 확장 가능한 무기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roglike1 / Weapon.cs · Gun.cs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Weapon : MonoBehaviour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firePoint;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abstract void Fire();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Gun : Weapon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GameObject projectilePrefab;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fireForce = 10f;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void Fire()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GameObject bullet = Instantiate(projectilePrefab,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firePoint.position, firePoint.rotation);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bullet.GetComponent&lt;Rigidbody2D&gt;().velocity =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firePoint.right * fireForce;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무기마다 발사 방식만 Fire()로 다르게 구현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PlayerWeapon.EquipWeapon()으로 무기 교체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무기 = Weapon 상속 클래스 하나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②  Raycast 히트스캔 사격과 쿨다운 스킬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 / Gun.cs · PlayerController.cs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Shoot()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muzzleFlash.Play();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RaycastHit hit;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(Physics.Raycast(fpsCam.transform.position,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fpsCam.transform.forward, out hit, range))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 enemy = hit.transform.GetComponent&lt;Enemy&gt;();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(enemy != null) enemy.TakeDamage(damage);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UseSkill()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(Time.time - lastSkillTime &gt;= skillCooldown)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Skill.Activate(transform.position);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lastSkillTime = Time.time;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정면으로 Ray를 쏴 즉시 판정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코루틴 없이 타임스탬프로 쿨다운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GameManager 싱글톤이 점수·체력 UI 갱신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00200" y="2926080"/>
            <a:ext cx="8991295" cy="0"/>
          </a:xfrm>
          <a:prstGeom prst="line">
            <a:avLst/>
          </a:prstGeom>
          <a:noFill/>
          <a:ln w="31750">
            <a:solidFill>
              <a:srgbClr val="E3E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05.29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17320" y="2743200"/>
            <a:ext cx="365760" cy="365760"/>
          </a:xfrm>
          <a:prstGeom prst="ellipse">
            <a:avLst/>
          </a:prstGeom>
          <a:solidFill>
            <a:srgbClr val="7048E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시작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맵·캐릭터, 이동·카메라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796464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05.30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65144" y="2743200"/>
            <a:ext cx="365760" cy="365760"/>
          </a:xfrm>
          <a:prstGeom prst="ellipse">
            <a:avLst/>
          </a:prstGeom>
          <a:solidFill>
            <a:srgbClr val="7048E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6464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기반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796464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GameManager, 히트스캔, NavMesh 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44288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12968" y="2743200"/>
            <a:ext cx="365760" cy="365760"/>
          </a:xfrm>
          <a:prstGeom prst="ellipse">
            <a:avLst/>
          </a:prstGeom>
          <a:solidFill>
            <a:srgbClr val="7048E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4288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044288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몬스터, 범위 스킬, 메뉴 씬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92111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60791" y="2743200"/>
            <a:ext cx="365760" cy="365760"/>
          </a:xfrm>
          <a:prstGeom prst="ellipse">
            <a:avLst/>
          </a:prstGeom>
          <a:solidFill>
            <a:srgbClr val="7048E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2111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시작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292111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로그라이크 프로젝트 생성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539935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408615" y="2743200"/>
            <a:ext cx="365760" cy="365760"/>
          </a:xfrm>
          <a:prstGeom prst="ellipse">
            <a:avLst/>
          </a:prstGeom>
          <a:solidFill>
            <a:srgbClr val="7048E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9935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구현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4160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이동·AI, 무기 상속, 던전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3D와 2D의 물리·입력 API 차이를 직접 비교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 클래스로 확장을 고려한 구조의 장점 체감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 → main PR 15회로 브랜치 흐름 연습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개선 계획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스킬의 Physics2D 사용 → Physics.OverlapSphere로 통일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스탯 → 인스턴스 필드 또는 ScriptableObject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Enemy/Monster 중복 → IDamageable 인터페이스로 정리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프로젝트 .gitignore 누락 → 프로젝트 루트마다 두기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7048E8">
              <a:alpha val="18000"/>
            </a:srgbClr>
          </a:solidFill>
          <a:ln w="12700">
            <a:solidFill>
              <a:srgbClr val="7048E8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04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gun-project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